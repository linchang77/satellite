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5260" y="1102360"/>
            <a:ext cx="9394825" cy="43948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3555" y="1501775"/>
            <a:ext cx="1423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CPU</a:t>
            </a:r>
            <a:r>
              <a:rPr lang="zh-CN" altLang="en-US"/>
              <a:t>和内存使用情况</a:t>
            </a:r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1721485" y="4044315"/>
            <a:ext cx="993775" cy="66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13055" y="4725670"/>
            <a:ext cx="2284095" cy="14763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zh-CN"/>
              <a:t>筛选框：</a:t>
            </a:r>
            <a:endParaRPr lang="zh-CN"/>
          </a:p>
          <a:p>
            <a:endParaRPr lang="zh-CN"/>
          </a:p>
          <a:p>
            <a:r>
              <a:rPr lang="zh-CN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>
                <a:sym typeface="+mn-ea"/>
              </a:rPr>
              <a:t>属于</a:t>
            </a:r>
            <a:r>
              <a:rPr lang="zh-CN" altLang="en-US"/>
              <a:t>哪个</a:t>
            </a:r>
            <a:r>
              <a:rPr lang="en-US" altLang="zh-CN"/>
              <a:t>node</a:t>
            </a:r>
            <a:endParaRPr lang="en-US" altLang="zh-CN"/>
          </a:p>
          <a:p>
            <a:r>
              <a:rPr lang="en-US" altLang="zh-CN"/>
              <a:t>(2)</a:t>
            </a:r>
            <a:r>
              <a:rPr lang="zh-CN">
                <a:sym typeface="+mn-ea"/>
              </a:rPr>
              <a:t>属于</a:t>
            </a:r>
            <a:r>
              <a:rPr lang="zh-CN" altLang="en-US">
                <a:sym typeface="+mn-ea"/>
              </a:rPr>
              <a:t>哪个</a:t>
            </a:r>
            <a:r>
              <a:rPr lang="en-US" altLang="zh-CN">
                <a:sym typeface="+mn-ea"/>
              </a:rPr>
              <a:t>pod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(3)</a:t>
            </a:r>
            <a:r>
              <a:rPr lang="zh-CN" altLang="en-US">
                <a:sym typeface="+mn-ea"/>
              </a:rPr>
              <a:t>属于哪个</a:t>
            </a:r>
            <a:r>
              <a:rPr lang="en-US" altLang="zh-CN">
                <a:sym typeface="+mn-ea"/>
              </a:rPr>
              <a:t>service</a:t>
            </a:r>
            <a:endParaRPr lang="en-US" altLang="zh-CN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9250" y="2230120"/>
            <a:ext cx="2284095" cy="119888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zh-CN"/>
              <a:t>筛选框：</a:t>
            </a:r>
            <a:endParaRPr lang="zh-CN"/>
          </a:p>
          <a:p>
            <a:endParaRPr lang="zh-CN"/>
          </a:p>
          <a:p>
            <a:r>
              <a:rPr lang="zh-CN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>
                <a:sym typeface="+mn-ea"/>
              </a:rPr>
              <a:t>属于</a:t>
            </a:r>
            <a:r>
              <a:rPr lang="zh-CN" altLang="en-US"/>
              <a:t>哪个</a:t>
            </a:r>
            <a:r>
              <a:rPr lang="en-US" altLang="zh-CN"/>
              <a:t>node</a:t>
            </a:r>
            <a:endParaRPr lang="en-US" altLang="zh-CN"/>
          </a:p>
          <a:p>
            <a:r>
              <a:rPr lang="en-US" altLang="zh-CN"/>
              <a:t>(2)</a:t>
            </a:r>
            <a:r>
              <a:rPr lang="zh-CN">
                <a:sym typeface="+mn-ea"/>
              </a:rPr>
              <a:t>属于</a:t>
            </a:r>
            <a:r>
              <a:rPr lang="zh-CN" altLang="en-US">
                <a:sym typeface="+mn-ea"/>
              </a:rPr>
              <a:t>哪个</a:t>
            </a:r>
            <a:r>
              <a:rPr lang="en-US" altLang="zh-CN">
                <a:sym typeface="+mn-ea"/>
              </a:rPr>
              <a:t>pod</a:t>
            </a:r>
            <a:endParaRPr lang="en-US" altLang="zh-CN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5305" y="3893185"/>
            <a:ext cx="142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网络流量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WPS 演示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zengying</dc:creator>
  <cp:lastModifiedBy>曾颖</cp:lastModifiedBy>
  <cp:revision>5</cp:revision>
  <dcterms:created xsi:type="dcterms:W3CDTF">2023-08-09T12:44:00Z</dcterms:created>
  <dcterms:modified xsi:type="dcterms:W3CDTF">2026-01-22T07:50:26Z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73B3FD5604084E9793C80C5F78E2EB41_12</vt:lpwstr>
  </property>
</Properties>
</file>